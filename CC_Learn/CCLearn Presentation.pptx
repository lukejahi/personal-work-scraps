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3356d9a8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a3356d9a8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3356d9a8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a3356d9a8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3356d9a80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3356d9a8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a3356d9a80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a3356d9a80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a3356d9a8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a3356d9a8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a3356d9a80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a3356d9a8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3356d9a80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3356d9a8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a3356d9a8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a3356d9a8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a3356d9a8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a3356d9a8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a3356d9a8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a3356d9a8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a3356d9a8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a3356d9a8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a3356d9a80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a3356d9a8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a3356d9a80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a3356d9a8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a3356d9a80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a3356d9a80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61550"/>
            <a:ext cx="5017500" cy="8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CCLearn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Luke Hillard</a:t>
            </a:r>
            <a:endParaRPr/>
          </a:p>
        </p:txBody>
      </p:sp>
      <p:sp>
        <p:nvSpPr>
          <p:cNvPr id="136" name="Google Shape;136;p13"/>
          <p:cNvSpPr txBox="1"/>
          <p:nvPr>
            <p:ph idx="1" type="subTitle"/>
          </p:nvPr>
        </p:nvSpPr>
        <p:spPr>
          <a:xfrm>
            <a:off x="3537150" y="2383000"/>
            <a:ext cx="4019100" cy="10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 Simple Personal “Closed Circuit” Distributed Machine Learning Architecture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a comparison to Cloud-based machine learning services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distributed machine learning?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44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allows a user control over all of their data.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allows a user to to choose how their system learns.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means no longer having to trust big companies with your data.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Processing power can be split between many computers.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SoC’s can handle low to medium complexity machine learning tasks.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means distributed learning on SoC’s can help bridge the gap in </a:t>
            </a:r>
            <a:r>
              <a:rPr lang="en"/>
              <a:t>performance</a:t>
            </a:r>
            <a:r>
              <a:rPr lang="en"/>
              <a:t> of cloud services.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Related work shows need for SoC training and the current architectures use dynamic update functions.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Related work shows minimal comparison in terms of </a:t>
            </a:r>
            <a:r>
              <a:rPr lang="en"/>
              <a:t>performance</a:t>
            </a:r>
            <a:r>
              <a:rPr lang="en"/>
              <a:t> time to fully train a model.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CCLearn Architecture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127275" y="1147200"/>
            <a:ext cx="4179000" cy="8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Can have 1 to any number nodes theoretically.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Trains over 3 update loops/epochs</a:t>
            </a:r>
            <a:endParaRPr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8775" y="133050"/>
            <a:ext cx="2909825" cy="182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125" y="2036815"/>
            <a:ext cx="7193474" cy="2970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</a:t>
            </a:r>
            <a:r>
              <a:rPr lang="en"/>
              <a:t>Synchronization</a:t>
            </a:r>
            <a:r>
              <a:rPr lang="en"/>
              <a:t> Function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297500" y="1307850"/>
            <a:ext cx="4430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Wmajor = matrix of weights on the global node.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 = matrix of weights from minor nodes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Wn = The last Wi that is the previous Wmajor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 = Number of Minor Nodes + Major Node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lower equation is for the first update loop where Wn is empty. This leaves it out so that it </a:t>
            </a:r>
            <a:r>
              <a:rPr lang="en"/>
              <a:t>doesn't</a:t>
            </a:r>
            <a:r>
              <a:rPr lang="en"/>
              <a:t> </a:t>
            </a:r>
            <a:r>
              <a:rPr lang="en"/>
              <a:t>affect</a:t>
            </a:r>
            <a:r>
              <a:rPr lang="en"/>
              <a:t> weight averages.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upper equation is for every other case.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Wmajor is sent to minor nodes when </a:t>
            </a:r>
            <a:r>
              <a:rPr lang="en"/>
              <a:t>calculated</a:t>
            </a:r>
            <a:r>
              <a:rPr lang="en"/>
              <a:t> and evaluated.</a:t>
            </a:r>
            <a:endParaRPr/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6463" y="1205225"/>
            <a:ext cx="239077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1700" y="2571750"/>
            <a:ext cx="240030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Colab Setup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1297500" y="2571750"/>
            <a:ext cx="41271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Based on google colab cloud services.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Does 5 times the epochs.</a:t>
            </a:r>
            <a:endParaRPr/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9550" y="393750"/>
            <a:ext cx="2840829" cy="455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Convolutional Neural Network</a:t>
            </a:r>
            <a:endParaRPr/>
          </a:p>
        </p:txBody>
      </p: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1297500" y="1398750"/>
            <a:ext cx="4751400" cy="33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Conv2D - A layer that uses are Kernel/Filter over a 2D space and generates new weights.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MaxPooling2D -  A layer that reduces the size of the 2D space and for each section takes the highest weight.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Flatten - Makes 2D data 1D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Dropout - Randomly set weights to 0 to prevent overfitting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Dense Layer - A layer with a number of nodes (10 in our case, one for each digit) that are connected to every output with the previous layer.</a:t>
            </a:r>
            <a:endParaRPr/>
          </a:p>
        </p:txBody>
      </p:sp>
      <p:pic>
        <p:nvPicPr>
          <p:cNvPr id="172" name="Google Shape;17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900" y="186275"/>
            <a:ext cx="888075" cy="466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MNIST dataset</a:t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444050" y="2183197"/>
            <a:ext cx="4440300" cy="25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60000 images of </a:t>
            </a:r>
            <a:r>
              <a:rPr lang="en"/>
              <a:t>handwritten</a:t>
            </a:r>
            <a:r>
              <a:rPr lang="en"/>
              <a:t> </a:t>
            </a:r>
            <a:r>
              <a:rPr lang="en"/>
              <a:t>digits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28 by 28 pixels.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Collected from </a:t>
            </a:r>
            <a:r>
              <a:rPr lang="en"/>
              <a:t>high school students</a:t>
            </a:r>
            <a:r>
              <a:rPr lang="en"/>
              <a:t> and United States census </a:t>
            </a:r>
            <a:r>
              <a:rPr lang="en"/>
              <a:t>bureau</a:t>
            </a:r>
            <a:r>
              <a:rPr lang="en"/>
              <a:t> workers.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Should be IID considering that they had the 2 subsets of high school students and census bureau workers and equally blended them </a:t>
            </a:r>
            <a:r>
              <a:rPr lang="en"/>
              <a:t>together to create a better dataset.</a:t>
            </a:r>
            <a:endParaRPr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350" y="1879100"/>
            <a:ext cx="4074800" cy="24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Experiment</a:t>
            </a:r>
            <a:r>
              <a:rPr lang="en"/>
              <a:t> 1: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MNIST data set into 3 sets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50000 from the training set as a training set.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10000 from the training set as a tuning set.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10000 from the testing set as a testing set.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Google Colab does 15 epochs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CCLearn does 3 epochs with 1 major node and 1 minor node.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measure time for training and evaluation of the test set and measure accuracy of the test set here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Experiment 2: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CCLearn does 1 epochs without update loop.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simulate more nodes by reducing the number of images needed to train on.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Time is the only metric we measure here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Results</a:t>
            </a:r>
            <a:endParaRPr/>
          </a:p>
        </p:txBody>
      </p:sp>
      <p:pic>
        <p:nvPicPr>
          <p:cNvPr id="191" name="Google Shape;191;p2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200" y="2286091"/>
            <a:ext cx="4419801" cy="273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799" y="2286097"/>
            <a:ext cx="4419801" cy="273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>
            <p:ph idx="1" type="body"/>
          </p:nvPr>
        </p:nvSpPr>
        <p:spPr>
          <a:xfrm>
            <a:off x="905250" y="791875"/>
            <a:ext cx="3927300" cy="14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Experiment 1: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Accuracy for CCLearn was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98.06%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Accuracy for Google Colab Free Runtime was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99.11%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Accuracy for Google Colab GPU Runtime was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99.16%</a:t>
            </a:r>
            <a:endParaRPr/>
          </a:p>
        </p:txBody>
      </p:sp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4659200" y="791875"/>
            <a:ext cx="4246500" cy="14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Experiment 1: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Evaluation</a:t>
            </a:r>
            <a:r>
              <a:rPr lang="en"/>
              <a:t> time for CCLearn was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17.56 seconds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Evaluation time for</a:t>
            </a:r>
            <a:r>
              <a:rPr lang="en"/>
              <a:t> Google Colab Free Runtime was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2.6 seconds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Evaluation time for</a:t>
            </a:r>
            <a:r>
              <a:rPr lang="en"/>
              <a:t> Google Colab GPU Runtime was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0.65 seconds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Results</a:t>
            </a:r>
            <a:endParaRPr/>
          </a:p>
        </p:txBody>
      </p:sp>
      <p:sp>
        <p:nvSpPr>
          <p:cNvPr id="200" name="Google Shape;200;p22"/>
          <p:cNvSpPr txBox="1"/>
          <p:nvPr>
            <p:ph idx="1" type="body"/>
          </p:nvPr>
        </p:nvSpPr>
        <p:spPr>
          <a:xfrm>
            <a:off x="1297500" y="1243325"/>
            <a:ext cx="2787600" cy="3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see that CCLearn takes 30% longer than Google Colab’s free runtime.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see that the results when scaling down image size for training does show a </a:t>
            </a:r>
            <a:r>
              <a:rPr lang="en"/>
              <a:t>multiplicative inverse relation so we can calculate how many nodes to approach the same epoch times as Google Colab’s free runtime.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7 minor nodes + 1 major nodes using Raspberry Pi Model 3 B computers is about 280 USD</a:t>
            </a:r>
            <a:endParaRPr/>
          </a:p>
        </p:txBody>
      </p:sp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7225" y="1743996"/>
            <a:ext cx="4683276" cy="61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7221" y="3191024"/>
            <a:ext cx="4683275" cy="661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Struggles</a:t>
            </a:r>
            <a:endParaRPr/>
          </a:p>
        </p:txBody>
      </p:sp>
      <p:sp>
        <p:nvSpPr>
          <p:cNvPr id="208" name="Google Shape;208;p23"/>
          <p:cNvSpPr txBox="1"/>
          <p:nvPr>
            <p:ph idx="1" type="body"/>
          </p:nvPr>
        </p:nvSpPr>
        <p:spPr>
          <a:xfrm>
            <a:off x="1297500" y="1567550"/>
            <a:ext cx="7038900" cy="20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Raspberry Pi Zero does not have enough RAM to do the type of machine learning we want to achieve. This means it was not used.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TensorFlow Lite has no way to currently uncompress models that I could find or network them appropriately.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TensorFlow Lite as it currently stands is to compress pretrained models for edge computing.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One of the Raspberry Pi computers checked out to me had a crippled power circuit and tended to overheat.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was solved with a fan and a direct power cable to a notebook computer power brick.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Could only test the minimal amount of nodes due to </a:t>
            </a:r>
            <a:r>
              <a:rPr lang="en"/>
              <a:t>available</a:t>
            </a:r>
            <a:r>
              <a:rPr lang="en"/>
              <a:t> Raspberry Pi’s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 Ideas</a:t>
            </a:r>
            <a:endParaRPr/>
          </a:p>
        </p:txBody>
      </p:sp>
      <p:sp>
        <p:nvSpPr>
          <p:cNvPr id="214" name="Google Shape;214;p24"/>
          <p:cNvSpPr txBox="1"/>
          <p:nvPr>
            <p:ph idx="1" type="body"/>
          </p:nvPr>
        </p:nvSpPr>
        <p:spPr>
          <a:xfrm>
            <a:off x="1297500" y="1307850"/>
            <a:ext cx="36981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Using the set of equations to the left using the loss to further manipulate the impact of weights. Higher loss should mean lower impact to the weighted average.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 = Vector of loss of each minor nodes model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ltotal = the total loss of the minor nodes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Not confident in using loss this way.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Test CCLearn on other types of machine learning.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Regression Tasks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Other classification models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Test a network with more than the minimum 2 nodes.</a:t>
            </a:r>
            <a:endParaRPr/>
          </a:p>
        </p:txBody>
      </p:sp>
      <p:pic>
        <p:nvPicPr>
          <p:cNvPr id="215" name="Google Shape;21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625" y="578850"/>
            <a:ext cx="365760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CCLearn was able to </a:t>
            </a:r>
            <a:r>
              <a:rPr lang="en"/>
              <a:t>perform</a:t>
            </a:r>
            <a:r>
              <a:rPr lang="en"/>
              <a:t> a machine learning task with comparative results to Google Colab’s free runtime option.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CCLearn shows that, </a:t>
            </a:r>
            <a:r>
              <a:rPr lang="en"/>
              <a:t>even though</a:t>
            </a:r>
            <a:r>
              <a:rPr lang="en"/>
              <a:t> slower, that SoC distributed machine learning could be an implementation for home-based machine learning training.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CCLearn is slowed down by hardware when it comes to </a:t>
            </a:r>
            <a:r>
              <a:rPr lang="en"/>
              <a:t>evaluating</a:t>
            </a:r>
            <a:r>
              <a:rPr lang="en"/>
              <a:t> data. In other words, it’s slower at labeling data once trained than Google Colab’s free training.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Faster SoC technology is still being created and being made cheaper. This means we can possibly see distributed systems for machine learning training in smart homes with many SoC devices.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results also show that SoC distributed learning architectures can be used for machine learning.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27" name="Google Shape;227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F. Chollet, “Keras documentation: Simple MNIST convnet,” Keras, 19-Jun-2015. [Online]. Available: https://keras.io/examples/vision/mnist_convnet/. [Accessed: 15-Nov-2020]. 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P. Duncan, “TensorFlow on a Raspberry Pi Zero is a Bad Idea,” pablotron.org, 06-Apr-2019. [Online]. Available: https://pablotron.org/2019/04/06/tensorflow-on-a-raspberry-pi-zero-w-is-a-bad-idea.html. [Accessed: 16-Nov-2020]. 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K. Hentschel, D. Jacob, J. Singer and M. Chalmers, "Supersensors: Raspberry Pi Devices for Smart Campus Infrastructure," 2016 IEEE 4th International Conference on Future Internet of Things and Cloud (FiCloud), Vienna, 2016, pp. 58-62, doi: 10.1109/FiCloud.2016.16.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Y. LeCun and C. Cortes, “THE MNIST DATABASE,” MNIST handwritten digit database. [Online]. Available: http://yann.lecun.com/exdb/mnist/. [Accessed: 16-Nov-2020]. 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T. Tuor, S. Wang, T. Salonidis, B. J. Ko and K. K. Leung, "Demo abstract: Distributed machine learning at resource-limited edge nodes," IEEE INFOCOM 2018 - IEEE Conference on Computer Communications Workshops (INFOCOM WKSHPS), Honolulu, HI, 2018, pp. 1-2, doi: 10.1109/INFCOMW.2018.8406837.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S. Wang et al., "When Edge Meets Learning: Adaptive Control for Resource-Constrained Distributed Machine Learning," IEEE INFOCOM 2018 - IEEE Conference on Computer Communications, Honolulu, HI, 2018, pp. 63-71, doi: 10.1109/INFOCOM.2018.8486403.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time!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